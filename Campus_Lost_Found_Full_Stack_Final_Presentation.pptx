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914400"/>
            <a:ext cx="3840480" cy="384048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05840" y="5029200"/>
            <a:ext cx="3017520" cy="3017520"/>
          </a:xfrm>
          <a:prstGeom prst="ellipse">
            <a:avLst/>
          </a:prstGeom>
          <a:solidFill>
            <a:srgbClr val="C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046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Campus Lost &amp; Found</a:t>
            </a:r>
          </a:p>
          <a:p>
            <a:pPr>
              <a:defRPr sz="3200" b="1">
                <a:solidFill>
                  <a:srgbClr val="D2D7F5"/>
                </a:solidFill>
              </a:defRPr>
            </a:pPr>
            <a:r>
              <a:t>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A simple digital way to report, track and recover lost items on campus.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9204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HTML  •  CSS  •  JavaScript  •  Node.js  •  Express.js  •  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6858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</a:rPr>
              <a:t>Name : Sahana K</a:t>
            </a:r>
            <a:endParaRPr lang="en-US" sz="2000" b="1">
              <a:solidFill>
                <a:srgbClr val="FFFFFF"/>
              </a:solidFill>
            </a:endParaRPr>
          </a:p>
          <a:p>
            <a:r>
              <a:rPr lang="en-US" sz="2000" b="1">
                <a:solidFill>
                  <a:srgbClr val="FFFFFF"/>
                </a:solidFill>
              </a:rPr>
              <a:t>Roll No : 240701452</a:t>
            </a:r>
            <a:endParaRPr lang="en-US" sz="2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Why do we need this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DCF0"/>
                </a:solidFill>
              </a:defRPr>
            </a:pPr>
            <a:r>
              <a:t>The problem we noticed on campus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73152" cy="1828800"/>
          </a:xfrm>
          <a:prstGeom prst="rect">
            <a:avLst/>
          </a:prstGeom>
          <a:solidFill>
            <a:srgbClr val="5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39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Lost items are hard to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30632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Students may report a lost item through different channels, making follow-up difficult.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73152" cy="1828800"/>
          </a:xfrm>
          <a:prstGeom prst="rect">
            <a:avLst/>
          </a:prstGeom>
          <a:solidFill>
            <a:srgbClr val="C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91639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No clear status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0632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A student may not know whether the item is being investigated, found or returned.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73152" cy="182880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691639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Manual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167128"/>
            <a:ext cx="30632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Staff need a simple place to organize reports, claims and return details.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108813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103327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637"/>
                </a:solidFill>
              </a:defRPr>
            </a:pPr>
            <a:r>
              <a:t>• One platform for students and campus administrators</a:t>
            </a:r>
          </a:p>
          <a:p>
            <a:pPr>
              <a:spcAft>
                <a:spcPts val="1000"/>
              </a:spcAft>
              <a:defRPr sz="1800">
                <a:solidFill>
                  <a:srgbClr val="232637"/>
                </a:solidFill>
              </a:defRPr>
            </a:pPr>
            <a:r>
              <a:t>• Clear case IDs and status updates</a:t>
            </a:r>
          </a:p>
          <a:p>
            <a:pPr>
              <a:spcAft>
                <a:spcPts val="1000"/>
              </a:spcAft>
              <a:defRPr sz="1800">
                <a:solidFill>
                  <a:srgbClr val="232637"/>
                </a:solidFill>
              </a:defRPr>
            </a:pPr>
            <a:r>
              <a:t>• Better communication from report to resolution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What our system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DCF0"/>
                </a:solidFill>
              </a:defRPr>
            </a:pPr>
            <a:r>
              <a:t>Main features designed around the real campus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554480"/>
          </a:xfrm>
          <a:prstGeom prst="rect">
            <a:avLst/>
          </a:prstGeom>
          <a:solidFill>
            <a:srgbClr val="5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Student Registration &amp; 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Students create an account and access their own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55448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002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Lost Item Reporting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7568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Report item name, category, color, date, location and description.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73152" cy="1554480"/>
          </a:xfrm>
          <a:prstGeom prst="rect">
            <a:avLst/>
          </a:prstGeom>
          <a:solidFill>
            <a:srgbClr val="C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002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Admin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75688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Admins view reports, update cases and manage found items.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461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46120"/>
            <a:ext cx="73152" cy="1554480"/>
          </a:xfrm>
          <a:prstGeom prst="rect">
            <a:avLst/>
          </a:prstGeom>
          <a:solidFill>
            <a:srgbClr val="27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290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Status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04487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Follow the case from Reported to Resolved.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2461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246120"/>
            <a:ext cx="73152" cy="1554480"/>
          </a:xfrm>
          <a:prstGeom prst="rect">
            <a:avLst/>
          </a:prstGeom>
          <a:solidFill>
            <a:srgbClr val="5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34290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Notifications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904487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Students receive updates when their case changes.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246120"/>
            <a:ext cx="3429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3246120"/>
            <a:ext cx="73152" cy="155448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4290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Claims &amp;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904487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Admins can review claims and complete the return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Smart &amp; New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DCF0"/>
                </a:solidFill>
              </a:defRPr>
            </a:pPr>
            <a:r>
              <a:t>Features that make the project more useful than a basic 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371600"/>
          </a:xfrm>
          <a:prstGeom prst="rect">
            <a:avLst/>
          </a:prstGeom>
          <a:solidFill>
            <a:srgbClr val="5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Smart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Compares item name, category, color, location and description to find possible matches.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03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73152" cy="1371600"/>
          </a:xfrm>
          <a:prstGeom prst="rect">
            <a:avLst/>
          </a:prstGeom>
          <a:solidFill>
            <a:srgbClr val="C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Duplicate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75688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Helps identify repeated reports for the same item by the same student.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63240"/>
            <a:ext cx="5303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063240"/>
            <a:ext cx="73152" cy="137160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4612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Authority Forwarding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21608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Records when a case is sent to campus security or another responsible office.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063240"/>
            <a:ext cx="5303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063240"/>
            <a:ext cx="73152" cy="1371600"/>
          </a:xfrm>
          <a:prstGeom prst="rect">
            <a:avLst/>
          </a:prstGeom>
          <a:solidFill>
            <a:srgbClr val="27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24612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Search &amp; Filtering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721608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Makes it easier for admins to find reports by case, item, category or location.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709160"/>
            <a:ext cx="5303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709160"/>
            <a:ext cx="73152" cy="1371600"/>
          </a:xfrm>
          <a:prstGeom prst="rect">
            <a:avLst/>
          </a:prstGeom>
          <a:solidFill>
            <a:srgbClr val="5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9204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Case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367528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Keeps a record of status changes and remarks during the investigation.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709160"/>
            <a:ext cx="53035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709160"/>
            <a:ext cx="73152" cy="1371600"/>
          </a:xfrm>
          <a:prstGeom prst="rect">
            <a:avLst/>
          </a:prstGeom>
          <a:solidFill>
            <a:srgbClr val="C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892040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Dashboard Statistics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367528"/>
            <a:ext cx="4892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Shows total reports, pending cases, found items and returned items.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How the process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DCF0"/>
                </a:solidFill>
              </a:defRPr>
            </a:pPr>
            <a:r>
              <a:t>Each status changes only when that stage actually happens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73152" cy="1508760"/>
          </a:xfrm>
          <a:prstGeom prst="rect">
            <a:avLst/>
          </a:prstGeom>
          <a:solidFill>
            <a:srgbClr val="5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39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1. Reported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67128"/>
            <a:ext cx="21031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Admin updates the case when this stage is reached.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5087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508760"/>
            <a:ext cx="73152" cy="150876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91639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2. Verified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67128"/>
            <a:ext cx="21031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Admin updates the case when this stage is reached.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5087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73152" cy="1508760"/>
          </a:xfrm>
          <a:prstGeom prst="rect">
            <a:avLst/>
          </a:prstGeom>
          <a:solidFill>
            <a:srgbClr val="27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691639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3. Under Investigation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67128"/>
            <a:ext cx="21031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Admin updates the case when this stage is reached.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5087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508760"/>
            <a:ext cx="73152" cy="1508760"/>
          </a:xfrm>
          <a:prstGeom prst="rect">
            <a:avLst/>
          </a:prstGeom>
          <a:solidFill>
            <a:srgbClr val="C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691639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4. Sent to Authority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167128"/>
            <a:ext cx="21031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Admin updates the case when this stage is reached.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5661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566160"/>
            <a:ext cx="73152" cy="1508760"/>
          </a:xfrm>
          <a:prstGeom prst="rect">
            <a:avLst/>
          </a:prstGeom>
          <a:solidFill>
            <a:srgbClr val="5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749039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5. Found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24528"/>
            <a:ext cx="21031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Admin updates the case when this stage is reached.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35661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3566160"/>
            <a:ext cx="73152" cy="150876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3749039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6. Ready for Return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224528"/>
            <a:ext cx="21031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Admin updates the case when this stage is reached.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5661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566160"/>
            <a:ext cx="73152" cy="1508760"/>
          </a:xfrm>
          <a:prstGeom prst="rect">
            <a:avLst/>
          </a:prstGeom>
          <a:solidFill>
            <a:srgbClr val="27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749039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7. Returned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224528"/>
            <a:ext cx="21031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Admin updates the case when this stage is reached.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356616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98280" y="3566160"/>
            <a:ext cx="73152" cy="1508760"/>
          </a:xfrm>
          <a:prstGeom prst="rect">
            <a:avLst/>
          </a:prstGeom>
          <a:solidFill>
            <a:srgbClr val="C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749039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8. Resolved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224528"/>
            <a:ext cx="210312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Admin updates the case when this stage is reached.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Student &amp; Admin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DCF0"/>
                </a:solidFill>
              </a:defRPr>
            </a:pPr>
            <a:r>
              <a:t>Two sides of the same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4389120"/>
          </a:xfrm>
          <a:prstGeom prst="rect">
            <a:avLst/>
          </a:prstGeom>
          <a:solidFill>
            <a:srgbClr val="5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0020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48006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• Register and log in</a:t>
            </a:r>
            <a:br/>
            <a:r>
              <a:t>• Report a lost item</a:t>
            </a:r>
            <a:br/>
            <a:r>
              <a:t>• View personal cases</a:t>
            </a:r>
            <a:br/>
            <a:r>
              <a:t>• Check found items</a:t>
            </a:r>
            <a:br/>
            <a:r>
              <a:t>• Submit a claim</a:t>
            </a:r>
            <a:br/>
            <a:r>
              <a:t>• Receive status notifications</a:t>
            </a:r>
            <a:br/>
            <a:r>
              <a:t>• Track the case until return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73152" cy="4389120"/>
          </a:xfrm>
          <a:prstGeom prst="rect">
            <a:avLst/>
          </a:prstGeom>
          <a:solidFill>
            <a:srgbClr val="C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364"/>
                </a:solidFill>
              </a:defRPr>
            </a:pPr>
            <a:r>
              <a:t>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4800600" cy="3611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32637"/>
                </a:solidFill>
              </a:defRPr>
            </a:pPr>
            <a:r>
              <a:t>• Register and log in</a:t>
            </a:r>
            <a:br/>
            <a:r>
              <a:t>• View all reports</a:t>
            </a:r>
            <a:br/>
            <a:r>
              <a:t>• Verify and investigate cases</a:t>
            </a:r>
            <a:br/>
            <a:r>
              <a:t>• Add found items</a:t>
            </a:r>
            <a:br/>
            <a:r>
              <a:t>• Find possible matches</a:t>
            </a:r>
            <a:br/>
            <a:r>
              <a:t>• Forward cases to authority</a:t>
            </a:r>
            <a:br/>
            <a:r>
              <a:t>• Approve or reject claims</a:t>
            </a:r>
            <a:br/>
            <a:r>
              <a:t>• Update return and resolution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9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Technology &amp;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71323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DCF0"/>
                </a:solidFill>
              </a:defRPr>
            </a:pPr>
            <a:r>
              <a:t>Simple technologies, easy to demonstrate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5B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HTML, CSS and JavaScript create the pages, forms, dashboards and user interactions.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37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002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075688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Node.js runs the server and Express.js handles REST API routes and requests from the frontend.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C3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0020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075688"/>
            <a:ext cx="3017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SQLite stores student, admin, lost/found item, claim, notification and case-status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108356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System Architecture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60520"/>
            <a:ext cx="196596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Student / Admin</a:t>
            </a:r>
          </a:p>
          <a:p>
            <a:pPr algn="ctr">
              <a:defRPr sz="900"/>
            </a:pPr>
            <a:r>
              <a:t>Uses the system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4160520"/>
            <a:ext cx="196596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Frontend</a:t>
            </a:r>
          </a:p>
          <a:p>
            <a:pPr algn="ctr">
              <a:defRPr sz="900"/>
            </a:pPr>
            <a:r>
              <a:t>HTML + CSS + JavaScript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4160520"/>
            <a:ext cx="196596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REST API</a:t>
            </a:r>
          </a:p>
          <a:p>
            <a:pPr algn="ctr">
              <a:defRPr sz="900"/>
            </a:pPr>
            <a:r>
              <a:t>Connects frontend &amp; backend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4160520"/>
            <a:ext cx="196596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Backend</a:t>
            </a:r>
          </a:p>
          <a:p>
            <a:pPr algn="ctr">
              <a:defRPr sz="900"/>
            </a:pPr>
            <a:r>
              <a:t>Node.js + Express.js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46920" y="4160520"/>
            <a:ext cx="196596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Database</a:t>
            </a:r>
          </a:p>
          <a:p>
            <a:pPr algn="ctr">
              <a:defRPr sz="900"/>
            </a:pPr>
            <a:r>
              <a:t>SQLite stores project 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468880" y="4640580"/>
            <a:ext cx="32004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4880" y="4640580"/>
            <a:ext cx="32004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40880" y="4640580"/>
            <a:ext cx="32004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26880" y="4640580"/>
            <a:ext cx="32004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31520" y="548640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Visual Studio Code is used for development • REST API handles requests • SQLite stores and retrieves student, admin, report, claim, notification and status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2412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Our system gives students one clear place to report and track lost items.</a:t>
            </a:r>
          </a:p>
          <a:p>
            <a:r>
              <a:t>• Admins get a structured workflow for verification, investigation, matching and return.</a:t>
            </a:r>
          </a:p>
          <a:p>
            <a:r>
              <a:t>• The smart features make the project more practical and easier to manage.</a:t>
            </a:r>
          </a:p>
          <a:p>
            <a:r>
              <a:t>• The system uses Node.js + Express.js for the backend and SQLite for data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074920"/>
            <a:ext cx="173609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E1F5"/>
                </a:solidFill>
              </a:defRPr>
            </a:pPr>
            <a:r>
              <a:t>Thank You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3672</Words>
  <Application>WPS Presentation</Application>
  <PresentationFormat>On-screen Show (4:3)</PresentationFormat>
  <Paragraphs>163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sahanakamalarajan</cp:lastModifiedBy>
  <cp:revision>2</cp:revision>
  <dcterms:created xsi:type="dcterms:W3CDTF">2026-10-07T16:34:05Z</dcterms:created>
  <dcterms:modified xsi:type="dcterms:W3CDTF">2026-10-07T16:34:05Z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583DACAF855910F97D74C66AF4150CAC_42</vt:lpwstr>
  </property>
  <property fmtid="{D5CDD505-2E9C-101B-9397-08002B2CF9AE}" pid="3" name="KSOProductBuildVer">
    <vt:lpwstr>1033-12.1.28496.28496</vt:lpwstr>
  </property>
</Properties>
</file>